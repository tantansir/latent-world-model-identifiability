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3152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692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1168" y="292608"/>
            <a:ext cx="1572768" cy="12801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13970">
            <a:solidFill>
              <a:srgbClr val="8A97A3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457200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343F"/>
                </a:solidFill>
                <a:latin typeface="Segoe UI"/>
              </a:rPr>
              <a:t>raw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343F"/>
                </a:solidFill>
                <a:latin typeface="Segoe UI"/>
              </a:rPr>
              <a:t>observations</a:t>
            </a:r>
          </a:p>
        </p:txBody>
      </p:sp>
      <p:pic>
        <p:nvPicPr>
          <p:cNvPr id="3" name="Picture 2" descr="wave-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411480"/>
            <a:ext cx="310896" cy="3108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984248" y="292608"/>
            <a:ext cx="1572768" cy="12801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20320">
            <a:solidFill>
              <a:srgbClr val="3E5A75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457200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343F"/>
                </a:solidFill>
                <a:latin typeface="Segoe UI"/>
              </a:rPr>
              <a:t>certificate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343F"/>
                </a:solidFill>
                <a:latin typeface="Segoe UI"/>
              </a:rPr>
              <a:t>gate</a:t>
            </a:r>
          </a:p>
        </p:txBody>
      </p:sp>
      <p:pic>
        <p:nvPicPr>
          <p:cNvPr id="5" name="Picture 4" descr="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411480"/>
            <a:ext cx="310896" cy="3108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67328" y="292608"/>
            <a:ext cx="1572768" cy="12801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13970">
            <a:solidFill>
              <a:srgbClr val="8A97A3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457200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343F"/>
                </a:solidFill>
                <a:latin typeface="Segoe UI"/>
              </a:rPr>
              <a:t>interventions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616B"/>
                </a:solidFill>
                <a:latin typeface="Segoe UI"/>
              </a:rPr>
              <a:t>inputs, targets, horizons</a:t>
            </a:r>
          </a:p>
        </p:txBody>
      </p:sp>
      <p:pic>
        <p:nvPicPr>
          <p:cNvPr id="7" name="Picture 6" descr="adjustments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411480"/>
            <a:ext cx="310896" cy="3108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50408" y="292608"/>
            <a:ext cx="1572768" cy="12801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AF2FB"/>
              </a:gs>
              <a:gs pos="100000">
                <a:srgbClr val="D9E7F6"/>
              </a:gs>
            </a:gsLst>
            <a:lin ang="16200000" scaled="0"/>
          </a:gradFill>
          <a:ln w="13970">
            <a:solidFill>
              <a:srgbClr val="7FA1C4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457200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343F"/>
                </a:solidFill>
                <a:latin typeface="Segoe UI"/>
              </a:rPr>
              <a:t>frozen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343F"/>
                </a:solidFill>
                <a:latin typeface="Segoe UI"/>
              </a:rPr>
              <a:t>latent</a:t>
            </a:r>
          </a:p>
        </p:txBody>
      </p:sp>
      <p:pic>
        <p:nvPicPr>
          <p:cNvPr id="9" name="Picture 8" descr="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411480"/>
            <a:ext cx="310896" cy="31089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1792224" y="932688"/>
            <a:ext cx="173736" cy="0"/>
          </a:xfrm>
          <a:prstGeom prst="line">
            <a:avLst/>
          </a:prstGeom>
          <a:ln w="1905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75303" y="932688"/>
            <a:ext cx="173736" cy="0"/>
          </a:xfrm>
          <a:prstGeom prst="line">
            <a:avLst/>
          </a:prstGeom>
          <a:ln w="1905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58383" y="932688"/>
            <a:ext cx="173737" cy="0"/>
          </a:xfrm>
          <a:prstGeom prst="line">
            <a:avLst/>
          </a:prstGeom>
          <a:ln w="1905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84248" y="18288"/>
            <a:ext cx="1572768" cy="237744"/>
          </a:xfrm>
          <a:prstGeom prst="rect">
            <a:avLst/>
          </a:prstGeom>
          <a:noFill/>
        </p:spPr>
        <p:txBody>
          <a:bodyPr wrap="square" lIns="0" tIns="0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883"/>
                </a:solidFill>
                <a:latin typeface="Segoe UI"/>
              </a:rPr>
              <a:t>recoverable?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18288"/>
            <a:ext cx="1572768" cy="237744"/>
          </a:xfrm>
          <a:prstGeom prst="rect">
            <a:avLst/>
          </a:prstGeom>
          <a:noFill/>
        </p:spPr>
        <p:txBody>
          <a:bodyPr wrap="square" lIns="0" tIns="0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883"/>
                </a:solidFill>
                <a:latin typeface="Segoe UI"/>
              </a:rPr>
              <a:t>decodable?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2212848"/>
            <a:ext cx="2212848" cy="56692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143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128016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43F"/>
                </a:solidFill>
                <a:latin typeface="Segoe UI"/>
              </a:rPr>
              <a:t>linear / MLP probes</a:t>
            </a:r>
          </a:p>
        </p:txBody>
      </p:sp>
      <p:pic>
        <p:nvPicPr>
          <p:cNvPr id="16" name="Picture 15" descr="micr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368296"/>
            <a:ext cx="256032" cy="25603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551176" y="2212848"/>
            <a:ext cx="2212848" cy="56692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143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128016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43F"/>
                </a:solidFill>
                <a:latin typeface="Segoe UI"/>
              </a:rPr>
              <a:t>functional prediction</a:t>
            </a:r>
          </a:p>
        </p:txBody>
      </p:sp>
      <p:pic>
        <p:nvPicPr>
          <p:cNvPr id="18" name="Picture 17" descr="chart-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79" y="2368296"/>
            <a:ext cx="256032" cy="25603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901184" y="2212848"/>
            <a:ext cx="2212848" cy="56692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143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128016" rIns="45720" bIns="18288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43F"/>
                </a:solidFill>
                <a:latin typeface="Segoe UI"/>
              </a:rPr>
              <a:t>closed-loop control</a:t>
            </a:r>
          </a:p>
        </p:txBody>
      </p:sp>
      <p:pic>
        <p:nvPicPr>
          <p:cNvPr id="20" name="Picture 19" descr="refre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2368296"/>
            <a:ext cx="256032" cy="256032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6336792" y="1591056"/>
            <a:ext cx="0" cy="256032"/>
          </a:xfrm>
          <a:prstGeom prst="line">
            <a:avLst/>
          </a:prstGeom>
          <a:ln w="17780">
            <a:solidFill>
              <a:srgbClr val="5A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07592" y="1847088"/>
            <a:ext cx="5029200" cy="0"/>
          </a:xfrm>
          <a:prstGeom prst="line">
            <a:avLst/>
          </a:prstGeom>
          <a:ln w="17780">
            <a:solidFill>
              <a:srgbClr val="5A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07592" y="1847088"/>
            <a:ext cx="0" cy="338328"/>
          </a:xfrm>
          <a:prstGeom prst="line">
            <a:avLst/>
          </a:prstGeom>
          <a:ln w="1778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1847088"/>
            <a:ext cx="0" cy="338328"/>
          </a:xfrm>
          <a:prstGeom prst="line">
            <a:avLst/>
          </a:prstGeom>
          <a:ln w="1778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07608" y="1847088"/>
            <a:ext cx="0" cy="338328"/>
          </a:xfrm>
          <a:prstGeom prst="line">
            <a:avLst/>
          </a:prstGeom>
          <a:ln w="1778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01184" y="2816352"/>
            <a:ext cx="2212848" cy="237744"/>
          </a:xfrm>
          <a:prstGeom prst="rect">
            <a:avLst/>
          </a:prstGeom>
          <a:noFill/>
        </p:spPr>
        <p:txBody>
          <a:bodyPr wrap="square" lIns="0" tIns="0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883"/>
                </a:solidFill>
                <a:latin typeface="Segoe UI"/>
              </a:rPr>
              <a:t>functionally used?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108960"/>
            <a:ext cx="3657600" cy="237744"/>
          </a:xfrm>
          <a:prstGeom prst="rect">
            <a:avLst/>
          </a:prstGeom>
          <a:noFill/>
        </p:spPr>
        <p:txBody>
          <a:bodyPr wrap="square" lIns="0" tIns="0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883"/>
                </a:solidFill>
                <a:latin typeface="Segoe UI"/>
              </a:rPr>
              <a:t>two testbeds instantiate the protocol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" y="3419856"/>
            <a:ext cx="3383280" cy="9875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DF2F9"/>
              </a:gs>
              <a:gs pos="100000">
                <a:srgbClr val="DEE9F6"/>
              </a:gs>
            </a:gsLst>
            <a:lin ang="16200000" scaled="0"/>
          </a:gradFill>
          <a:ln w="13970">
            <a:solidFill>
              <a:srgbClr val="8FA8C8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5906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43F"/>
                </a:solidFill>
                <a:latin typeface="Segoe UI"/>
              </a:rPr>
              <a:t>PokeWorld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616B"/>
                </a:solidFill>
                <a:latin typeface="Segoe UI"/>
              </a:rPr>
              <a:t>simulation · known m, γ, k</a:t>
            </a:r>
          </a:p>
        </p:txBody>
      </p:sp>
      <p:pic>
        <p:nvPicPr>
          <p:cNvPr id="29" name="Picture 28" descr="pokewor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250" y="3557016"/>
            <a:ext cx="713232" cy="713232"/>
          </a:xfrm>
          <a:prstGeom prst="roundRect">
            <a:avLst>
              <a:gd name="adj" fmla="val 10000"/>
            </a:avLst>
          </a:prstGeom>
          <a:ln w="12700">
            <a:solidFill>
              <a:srgbClr val="8FA8C8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3730752" y="3419856"/>
            <a:ext cx="3383280" cy="9875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F0E0"/>
              </a:gs>
              <a:gs pos="100000">
                <a:srgbClr val="F6E6CB"/>
              </a:gs>
            </a:gsLst>
            <a:lin ang="16200000" scaled="0"/>
          </a:gradFill>
          <a:ln w="13970">
            <a:solidFill>
              <a:srgbClr val="C09B62"/>
            </a:solidFill>
          </a:ln>
          <a:effectLst>
            <a:outerShdw blurRad="41148" dist="20116" dir="5400000" rotWithShape="0">
              <a:srgbClr val="7C8B99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97863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43F"/>
                </a:solidFill>
                <a:latin typeface="Segoe UI"/>
              </a:rPr>
              <a:t>RH20T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616B"/>
                </a:solidFill>
                <a:latin typeface="Segoe UI"/>
              </a:rPr>
              <a:t>real streams · held-out tasks</a:t>
            </a:r>
          </a:p>
        </p:txBody>
      </p:sp>
      <p:pic>
        <p:nvPicPr>
          <p:cNvPr id="31" name="Picture 30" descr="rh20t.png"/>
          <p:cNvPicPr>
            <a:picLocks noChangeAspect="1"/>
          </p:cNvPicPr>
          <p:nvPr/>
        </p:nvPicPr>
        <p:blipFill>
          <a:blip r:embed="rId10"/>
          <a:srcRect l="2200" r="3000" t="3600" b="1200"/>
          <a:stretch>
            <a:fillRect/>
          </a:stretch>
        </p:blipFill>
        <p:spPr>
          <a:xfrm>
            <a:off x="4050792" y="3557016"/>
            <a:ext cx="713232" cy="713232"/>
          </a:xfrm>
          <a:prstGeom prst="roundRect">
            <a:avLst>
              <a:gd name="adj" fmla="val 10000"/>
            </a:avLst>
          </a:prstGeom>
          <a:ln w="12700">
            <a:solidFill>
              <a:srgbClr val="C09B62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Kz Tan</cp:lastModifiedBy>
  <cp:revision>2</cp:revision>
  <dcterms:created xsi:type="dcterms:W3CDTF">2013-01-27T09:14:16Z</dcterms:created>
  <dcterms:modified xsi:type="dcterms:W3CDTF">2026-07-29T13:33:44Z</dcterms:modified>
  <cp:category/>
</cp:coreProperties>
</file>